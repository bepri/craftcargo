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NEEDED: Abstract dark background with faint Rust gear logos / crate boxes floating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NEEDED: Illustration of a single crate box exploding into 112 scattered documents/files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NEEDED: Glowing terminal/command prompt on dark background, minimal and clean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NEEDED: Screenshot of the actual demo running in terminal - capture after building
Generate with: cd demo &amp;&amp; ./run-demo.sh -n, then screenshot the YAML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NEEDED: Architecture diagram (use Excalidraw or Mermaid):
     [crates.io registry] → [craftcargo] → [debcraft.yaml] → [debcraft pack] → [.deb package]
     Hand-drawn style looks great for hackathons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NEEDED: Subtle background of an upward-trending graph or green arrows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NEEDED: Screenshot of green CI badges / GitHub Actions passing checks
     OR: a collage of ✅ checkmarks and test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NEEDED: Funnel/pipeline diagram (Excalidraw style):
     Top: hundreds of crate boxes pouring in
     Middle: craftcargo machine/funnel
     Bottom: neat row of .deb packages coming out
     Style: colourful, hand-drawn, energetic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NEEDED: Faint Ubuntu circle-of-friends logo or globe/earth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if Ubuntu Rust packaging went from **112 files** to **1 YAML**?</dc:title>
  <dc:subject>PptxGenJS Presentation</dc:subject>
  <dc:creator>Created by Marp</dc:creator>
  <cp:lastModifiedBy>Created by Marp</cp:lastModifiedBy>
  <cp:revision>1</cp:revision>
  <dcterms:created xsi:type="dcterms:W3CDTF">2026-05-13T15:14:28Z</dcterms:created>
  <dcterms:modified xsi:type="dcterms:W3CDTF">2026-05-13T15:14:28Z</dcterms:modified>
</cp:coreProperties>
</file>